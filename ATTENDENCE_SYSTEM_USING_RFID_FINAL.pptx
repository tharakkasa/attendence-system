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23"/>
  </p:notesMasterIdLst>
  <p:handoutMasterIdLst>
    <p:handoutMasterId r:id="rId24"/>
  </p:handoutMasterIdLst>
  <p:sldIdLst>
    <p:sldId id="256" r:id="rId5"/>
    <p:sldId id="280" r:id="rId6"/>
    <p:sldId id="269" r:id="rId7"/>
    <p:sldId id="289" r:id="rId8"/>
    <p:sldId id="257" r:id="rId9"/>
    <p:sldId id="290" r:id="rId10"/>
    <p:sldId id="281" r:id="rId11"/>
    <p:sldId id="282" r:id="rId12"/>
    <p:sldId id="283" r:id="rId13"/>
    <p:sldId id="284" r:id="rId14"/>
    <p:sldId id="285" r:id="rId15"/>
    <p:sldId id="271" r:id="rId16"/>
    <p:sldId id="272" r:id="rId17"/>
    <p:sldId id="273" r:id="rId18"/>
    <p:sldId id="274" r:id="rId19"/>
    <p:sldId id="275" r:id="rId20"/>
    <p:sldId id="277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86" y="19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8/12/2026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8/12/2026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850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8/12/2026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8/12/2026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8/12/2026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62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845488" y="1778465"/>
            <a:ext cx="5734050" cy="2219691"/>
          </a:xfrm>
        </p:spPr>
        <p:txBody>
          <a:bodyPr anchor="ctr"/>
          <a:lstStyle/>
          <a:p>
            <a:r>
              <a:rPr lang="en-US" dirty="0"/>
              <a:t>ATTENDANCE SYSTEM USING RFID</a:t>
            </a:r>
          </a:p>
        </p:txBody>
      </p:sp>
      <p:pic>
        <p:nvPicPr>
          <p:cNvPr id="1030" name="Picture 6" descr="Radio Signal Transmission Using RFID Tag | PowerPoint Slides ...">
            <a:extLst>
              <a:ext uri="{FF2B5EF4-FFF2-40B4-BE49-F238E27FC236}">
                <a16:creationId xmlns:a16="http://schemas.microsoft.com/office/drawing/2014/main" id="{571841FA-6A93-1E96-A201-E103AC10B0D4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4" t="-1" r="42300" b="-2242"/>
          <a:stretch/>
        </p:blipFill>
        <p:spPr bwMode="auto">
          <a:xfrm>
            <a:off x="8308932" y="1242446"/>
            <a:ext cx="3037580" cy="430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21C544-35A6-BD09-6A6D-F0486EC77634}"/>
              </a:ext>
            </a:extLst>
          </p:cNvPr>
          <p:cNvSpPr txBox="1"/>
          <p:nvPr/>
        </p:nvSpPr>
        <p:spPr>
          <a:xfrm>
            <a:off x="4460500" y="4345082"/>
            <a:ext cx="37689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Tharak Prabath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E99683-B0E5-9183-44A9-C033BE1B1C09}"/>
              </a:ext>
            </a:extLst>
          </p:cNvPr>
          <p:cNvSpPr txBox="1"/>
          <p:nvPr/>
        </p:nvSpPr>
        <p:spPr>
          <a:xfrm>
            <a:off x="559241" y="4395163"/>
            <a:ext cx="3037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Althaf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D470B-D8CB-33DD-2D76-A32290A50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9233E-F9DD-E16A-3B7A-C06B91504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512735"/>
            <a:ext cx="9982200" cy="511070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 and program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1340420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0281-7D25-B164-0BF1-9430CDCFF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70774-47D1-C389-3AF1-8D8507772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577" y="2298245"/>
            <a:ext cx="10148846" cy="289427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RFID technology is an automatic wireless identification system that works by the help of two components: a card and a reader. Using the RFID technology, the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system of taking attendance can be completely transformed to be more in line with strides in digitalization. This system will help the authorities manage the attendance system in a more methodical, efficient and time saving manner. The proposed system has been implemented through a prototype that has proved the effectiveness of the concept in easing of taking attendance as a result of the automation due to the use of the RFID technology. </a:t>
            </a:r>
            <a:endParaRPr lang="en-US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041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9C213-B444-97B6-9301-0C65CBF0C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EDBD4-7E82-1F87-6E33-397654DD3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modern educational institutions accurate and timely attendance tracking is crucial for ensuring efficient operations and it may be prone to errors or manipulations.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Radio Frequency Identification (RFID) attendance system is used to capture and record the student attendance records.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utilizes the electromagnetic fields to automatically identify track tags attached to the objects.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helps to simplifying the attendance tracking in a simple and automated process.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person is provided with an RFID tag that contains the unique identifier.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their RFID tag is scanned, they are instructed in the LCD display to make them allow and also a green LED light also glow. </a:t>
            </a:r>
          </a:p>
        </p:txBody>
      </p:sp>
    </p:spTree>
    <p:extLst>
      <p:ext uri="{BB962C8B-B14F-4D97-AF65-F5344CB8AC3E}">
        <p14:creationId xmlns:p14="http://schemas.microsoft.com/office/powerpoint/2010/main" val="298642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408705"/>
            <a:ext cx="10736110" cy="5373095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is a microcontroller based board on the ATmega328P.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module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Frequency Identification (RFID) is a technology that uses the electromagnetic fields to identify automatically and track the tags attached to objects.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tag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tags are a type of tracking system that uses the smart barcodes in-order to identify the items.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 board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 board is used for building temporary circuits.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Jumper wires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Jumper wire is a conducting a wire that is used to transfer electrical signals between two points in a circuit.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Display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Liquid Crystal Display (LCD) are super-thin technology display screens that are generally used in the Laptops, TV’s, Cell phones etc.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Resistors are simply used to oppose the flow of current or to reduce the current flow.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lights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Emitting Diode (LED) is a semi-conductor device that is emits the light when an electrical current flows through it.</a:t>
            </a:r>
          </a:p>
          <a:p>
            <a:pPr marL="457200" lvl="1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9507-FE71-6A6B-C5A8-AF0E6373F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anchor="b">
            <a:normAutofit/>
          </a:bodyPr>
          <a:lstStyle/>
          <a:p>
            <a:r>
              <a:rPr lang="en-IN" dirty="0"/>
              <a:t>Block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182A046-344F-9C7C-BD04-E387B7CBE8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7958" y="1600200"/>
            <a:ext cx="8236084" cy="4572000"/>
          </a:xfrm>
        </p:spPr>
      </p:pic>
    </p:spTree>
    <p:extLst>
      <p:ext uri="{BB962C8B-B14F-4D97-AF65-F5344CB8AC3E}">
        <p14:creationId xmlns:p14="http://schemas.microsoft.com/office/powerpoint/2010/main" val="2555715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5B839-F6A6-3D8D-C90B-00305F2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Circuit and Program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C70145-677A-B9DD-BDBC-36C063AB6860}"/>
              </a:ext>
            </a:extLst>
          </p:cNvPr>
          <p:cNvSpPr txBox="1"/>
          <p:nvPr/>
        </p:nvSpPr>
        <p:spPr>
          <a:xfrm>
            <a:off x="6172203" y="1502688"/>
            <a:ext cx="584685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SPI.h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&lt;MFRC522.h&gt;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Wire.h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&lt;LiquidCrystal_I2C.h&gt;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SS_PIN 10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RST_PIN 9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LED_DENIED_PIN 7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LED_ACCESS_PIN 6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LiquidCrystal_I2C lcd(0x3F,16,2);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MFRC522 mfrc522(SS_PIN, RST_PIN); // Instance of the class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code[] = {32,154,149,117}; //This is the stored UID (Unlock Card)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codeRead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uidString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87BF1F-6426-77A1-942F-65E804F143B0}"/>
              </a:ext>
            </a:extLst>
          </p:cNvPr>
          <p:cNvSpPr txBox="1"/>
          <p:nvPr/>
        </p:nvSpPr>
        <p:spPr>
          <a:xfrm>
            <a:off x="848456" y="5359179"/>
            <a:ext cx="5171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Circuit Diagram of RFID based attendance system</a:t>
            </a:r>
          </a:p>
        </p:txBody>
      </p:sp>
      <p:pic>
        <p:nvPicPr>
          <p:cNvPr id="8" name="Content Placeholder 7" descr="A circuit board with wires&#10;&#10;Description automatically generated">
            <a:extLst>
              <a:ext uri="{FF2B5EF4-FFF2-40B4-BE49-F238E27FC236}">
                <a16:creationId xmlns:a16="http://schemas.microsoft.com/office/drawing/2014/main" id="{068A5D3B-2252-8850-06B5-B86663E3B0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587028"/>
            <a:ext cx="4914900" cy="2598343"/>
          </a:xfrm>
        </p:spPr>
      </p:pic>
    </p:spTree>
    <p:extLst>
      <p:ext uri="{BB962C8B-B14F-4D97-AF65-F5344CB8AC3E}">
        <p14:creationId xmlns:p14="http://schemas.microsoft.com/office/powerpoint/2010/main" val="95949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3ABDA3-1429-AD3B-F80C-779D59725AF6}"/>
              </a:ext>
            </a:extLst>
          </p:cNvPr>
          <p:cNvSpPr txBox="1"/>
          <p:nvPr/>
        </p:nvSpPr>
        <p:spPr>
          <a:xfrm>
            <a:off x="294198" y="335845"/>
            <a:ext cx="1183949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setup() {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Serial.begin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(9600);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SPI.begin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   // Init SPI bus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mfrc522.PCD_Init(); // Init MFRC522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("Arduino RFID reading UID");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LED_DENIED_PIN , OUTPUT);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LED_ACCESS_PIN , OUTPUT);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lcd.init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// Print a message to the LCD.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lcd.backlight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lcd.setCursor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(0,0);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lcd.print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("Show your card:)");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240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1F2348-8A11-3663-AC9E-9DA5DAD62449}"/>
              </a:ext>
            </a:extLst>
          </p:cNvPr>
          <p:cNvSpPr txBox="1"/>
          <p:nvPr/>
        </p:nvSpPr>
        <p:spPr>
          <a:xfrm>
            <a:off x="63610" y="55659"/>
            <a:ext cx="1204622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loop() {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mfrc522.PICC_IsNewCardPresent())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 mfrc522.PICC_ReadCardSerial())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lcd.clear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("Tag UID:");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lcd.setCursor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(0,0);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lcd.print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("Tag UID:");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lcd.setCursor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(0,1);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for (byte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mfrc522.uid.size;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 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(mfrc522.uid.uidByte[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&lt; 0x10 ? " 0" : " ");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(mfrc522.uid.uidByte[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HEX);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lcd.print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(mfrc522.uid.uidByte[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&lt; 0x10 ? " 0" : " ");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lcd.print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(mfrc522.uid.uidByte[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HEX);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//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lcd.print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 ");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 = true;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773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7A09D1-B1A6-143B-9199-8CC5E4312104}"/>
              </a:ext>
            </a:extLst>
          </p:cNvPr>
          <p:cNvSpPr txBox="1"/>
          <p:nvPr/>
        </p:nvSpPr>
        <p:spPr>
          <a:xfrm>
            <a:off x="341906" y="246491"/>
            <a:ext cx="1225296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&lt;mfrc522.uid.size)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if(!(int(mfrc522.uid.uidByte[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 == int(code[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])))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{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match = false;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}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delay(3000);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lcd.clear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lcd.setCursor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(0,0);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if(match)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{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LED_ACCESS_PIN , HIGH);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lcd.print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("Authorized access");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}else{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LED_DENIED_PIN , HIGH);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lcd.print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 Access denied  ");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nUnknown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Card");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}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064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7E9431-7139-95A2-1069-8C46518525A5}"/>
              </a:ext>
            </a:extLst>
          </p:cNvPr>
          <p:cNvSpPr txBox="1"/>
          <p:nvPr/>
        </p:nvSpPr>
        <p:spPr>
          <a:xfrm>
            <a:off x="644056" y="357808"/>
            <a:ext cx="1107616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("============================");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mfrc522.PICC_HaltA();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delay(3000);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reset_state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reset_state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lcd.clear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lcd.setCursor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(0,0);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lcd.print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("Show your card:)");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LED_ACCESS_PIN , LOW);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LED_DENIED_PIN , LOW);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214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1B3FE-BB50-2392-6B25-8ABEADEA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32FD5-CE4D-BD49-0293-4E8704BA9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63809"/>
            <a:ext cx="9982200" cy="5055043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coil present in the tag or card and it generates the electromagnetic field which couple into the coil on the RFID tag.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card is detected by the reader module if it is in the range of 10cm.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detects the card or tag it checks that is original or fake.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scanned an original tag then it displays the “Authorized Access”.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Green LED light also starts to glow to indicate the “Authorized Access”.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scan a fake tag, then it automatically displays that “Access Denied”.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Red LED light also starts to glow to indicate the “Wrong tag scanned”.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having the LED’s, we can simply know that whether the scanned tag is original or fake.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871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4B92-5F1C-0C7B-474C-561F947C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D2F51-9592-ABE1-98AA-6332269BD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2005717"/>
            <a:ext cx="9982200" cy="401342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:</a:t>
            </a:r>
          </a:p>
          <a:p>
            <a:pPr marL="457200" lvl="1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human error, ensuring accurate and reliable attendance records.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:</a:t>
            </a:r>
          </a:p>
          <a:p>
            <a:pPr marL="457200" lvl="1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the attendance process, saving time and effort.</a:t>
            </a:r>
          </a:p>
          <a:p>
            <a:pPr marL="0" indent="0" algn="just">
              <a:buNone/>
            </a:pPr>
            <a:r>
              <a:rPr lang="en-IN" b="1" i="0" u="none" strike="noStrike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Process 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automates the attendance process, reducing manual effort and time.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 :</a:t>
            </a:r>
          </a:p>
          <a:p>
            <a:pPr marL="457200" lvl="1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tag is scanned, the response in the LCD display is fast.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678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2B9F-78E5-DE7A-32CF-9F123D120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625FF-0195-D83F-47BA-4215E6685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926204"/>
            <a:ext cx="9982200" cy="4572000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 Durability: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tags, especially those attached to physical objects, can be susceptible to damage or wear and tear, which may affect their functionality.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Interference: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factors like electromagnetic interference can disrupt the system's performance.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Investment Cost: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an RFID system requires an initial investment in RFID readers, tags, and the necessary infrastructure.</a:t>
            </a:r>
          </a:p>
          <a:p>
            <a:pPr marL="0" indent="0" algn="just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471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4E95-A3ED-708A-DAD9-A701DCD9E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1BF2D-8691-4B2B-463F-79DE3F461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958009"/>
            <a:ext cx="9982200" cy="4572000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Institutions: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student attendance, monitoring library usage, and managing inventory.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Parking: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can also be used in the car parking areas that is used to know the how many cars are entered and how many are leaving.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Control: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is used to control the access the number of people entering to the institute or any offices.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296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929F-50B5-910E-3D57-331B9702A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541F8-40F4-8581-EDE2-7B229CABA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965960"/>
            <a:ext cx="9982200" cy="45720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RFID-based attendance system represents a significant advancement over traditional manual methods of attendance tracking. By leveraging Radio Frequency Identification (RFID) technology, this system offers a highly efficient, accurate, and automated way to monitor the students attendance in the educational institutions.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implementation of an RFID-based attendance system presents a significant advancement in the management of attendance records. By automating the attendance process, it minimizes human errors and administrative burdens, ensuring reliable and timely data collection.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RFID-based attendance system is a robust and scalable solution that aligns with the evolving needs of modern organizations.</a:t>
            </a:r>
          </a:p>
        </p:txBody>
      </p:sp>
    </p:spTree>
    <p:extLst>
      <p:ext uri="{BB962C8B-B14F-4D97-AF65-F5344CB8AC3E}">
        <p14:creationId xmlns:p14="http://schemas.microsoft.com/office/powerpoint/2010/main" val="1598632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6EDE9-FAF7-CE24-2057-8F0372D86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7BDB5-A6DC-4BD9-ACA7-19A2CD807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82" y="1576347"/>
            <a:ext cx="9982200" cy="45720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will directly added to the data-base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will store directly to the excel spread-sheet when the tag is scanned.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security for the information or records of attendance will store safely.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of Tag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electromagnetic coil which was present in the tag will remove and it will add to the college ID card. So there will no need to carry the tag.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scan may available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unauthorized scan we can implement the biometric. By this, we can able to make an fingerprint instead of carrying the college ID.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76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B811F2-FCBA-99EE-9C2E-F95D00D72F0A}"/>
              </a:ext>
            </a:extLst>
          </p:cNvPr>
          <p:cNvSpPr txBox="1"/>
          <p:nvPr/>
        </p:nvSpPr>
        <p:spPr>
          <a:xfrm rot="21148533">
            <a:off x="2480809" y="2767281"/>
            <a:ext cx="67586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0" dirty="0">
                <a:latin typeface="Script MT Bold" panose="03040602040607080904" pitchFamily="66" charset="0"/>
              </a:rPr>
              <a:t>Thank You…</a:t>
            </a:r>
            <a:endParaRPr lang="en-IN" sz="8000" dirty="0">
              <a:latin typeface="Script MT Bold" panose="030406020406070809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332722"/>
      </p:ext>
    </p:extLst>
  </p:cSld>
  <p:clrMapOvr>
    <a:masterClrMapping/>
  </p:clrMapOvr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664</TotalTime>
  <Words>1628</Words>
  <Application>Microsoft Office PowerPoint</Application>
  <PresentationFormat>Widescreen</PresentationFormat>
  <Paragraphs>192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Euphemia</vt:lpstr>
      <vt:lpstr>Plantagenet Cherokee</vt:lpstr>
      <vt:lpstr>Script MT Bold</vt:lpstr>
      <vt:lpstr>Times New Roman</vt:lpstr>
      <vt:lpstr>Wingdings</vt:lpstr>
      <vt:lpstr>Academic Literature 16x9</vt:lpstr>
      <vt:lpstr>ATTENDANCE SYSTEM USING RFID</vt:lpstr>
      <vt:lpstr>Contents </vt:lpstr>
      <vt:lpstr>Abstract </vt:lpstr>
      <vt:lpstr>Introduction</vt:lpstr>
      <vt:lpstr>Components </vt:lpstr>
      <vt:lpstr>Block Diagram</vt:lpstr>
      <vt:lpstr>Circuit and Program</vt:lpstr>
      <vt:lpstr>PowerPoint Presentation</vt:lpstr>
      <vt:lpstr>PowerPoint Presentation</vt:lpstr>
      <vt:lpstr>PowerPoint Presentation</vt:lpstr>
      <vt:lpstr>PowerPoint Presentation</vt:lpstr>
      <vt:lpstr>Working </vt:lpstr>
      <vt:lpstr>Advantages</vt:lpstr>
      <vt:lpstr>Disadvantages</vt:lpstr>
      <vt:lpstr>Applications</vt:lpstr>
      <vt:lpstr>Conclusion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Tharak Prabath</dc:creator>
  <cp:lastModifiedBy>Tharak Prabath</cp:lastModifiedBy>
  <cp:revision>21</cp:revision>
  <dcterms:created xsi:type="dcterms:W3CDTF">2024-10-04T16:24:36Z</dcterms:created>
  <dcterms:modified xsi:type="dcterms:W3CDTF">2026-08-12T16:00:06Z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